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NPU侧开销：控制面进入Decode热路径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20040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9768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011680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21408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稀疏选择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03320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13048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地址生成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94960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FFF0F0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04688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MTE控制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424928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EAF7EF"/>
          </a:solidFill>
          <a:ln w="17780">
            <a:solidFill>
              <a:srgbClr val="0B7A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34656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7A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B7A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KVCache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217152" y="1417320"/>
            <a:ext cx="1417320" cy="27889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627632"/>
            <a:ext cx="1197864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Attention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32104" y="2514600"/>
            <a:ext cx="384048" cy="384048"/>
          </a:xfrm>
          <a:prstGeom prst="ellipse">
            <a:avLst/>
          </a:prstGeom>
          <a:solidFill>
            <a:srgbClr val="1F5FD1"/>
          </a:solidFill>
          <a:ln w="12700">
            <a:solidFill>
              <a:srgbClr val="1F5FD1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" y="2523744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2331720"/>
            <a:ext cx="411480" cy="594360"/>
          </a:xfrm>
          <a:prstGeom prst="funnel">
            <a:avLst/>
          </a:prstGeom>
          <a:solidFill>
            <a:srgbClr val="1F5FD1"/>
          </a:solidFill>
          <a:ln w="12700">
            <a:solidFill>
              <a:srgbClr val="1F5F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87368" y="2331720"/>
            <a:ext cx="658368" cy="640080"/>
          </a:xfrm>
          <a:prstGeom prst="rect">
            <a:avLst/>
          </a:prstGeom>
          <a:solidFill>
            <a:srgbClr val="EAF2FF"/>
          </a:solidFill>
          <a:ln w="12700">
            <a:solidFill>
              <a:srgbClr val="1F5F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06824" y="2331720"/>
            <a:ext cx="0" cy="640080"/>
          </a:xfrm>
          <a:prstGeom prst="line">
            <a:avLst/>
          </a:prstGeom>
          <a:noFill/>
          <a:ln w="6985">
            <a:solidFill>
              <a:srgbClr val="1F5FD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2331720"/>
            <a:ext cx="0" cy="640080"/>
          </a:xfrm>
          <a:prstGeom prst="line">
            <a:avLst/>
          </a:prstGeom>
          <a:noFill/>
          <a:ln w="6985">
            <a:solidFill>
              <a:srgbClr val="1F5F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87368" y="2542032"/>
            <a:ext cx="658368" cy="0"/>
          </a:xfrm>
          <a:prstGeom prst="line">
            <a:avLst/>
          </a:prstGeom>
          <a:noFill/>
          <a:ln w="6985">
            <a:solidFill>
              <a:srgbClr val="1F5FD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87368" y="2752344"/>
            <a:ext cx="658368" cy="0"/>
          </a:xfrm>
          <a:prstGeom prst="line">
            <a:avLst/>
          </a:prstGeom>
          <a:noFill/>
          <a:ln w="6985">
            <a:solidFill>
              <a:srgbClr val="1F5FD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07024" y="2212848"/>
            <a:ext cx="384048" cy="384048"/>
          </a:xfrm>
          <a:prstGeom prst="ellipse">
            <a:avLst/>
          </a:prstGeom>
          <a:solidFill>
            <a:srgbClr val="C51414"/>
          </a:solidFill>
          <a:ln w="12700">
            <a:solidFill>
              <a:srgbClr val="C51414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07024" y="2221992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09560" y="2240280"/>
            <a:ext cx="502920" cy="777240"/>
          </a:xfrm>
          <a:prstGeom prst="can">
            <a:avLst/>
          </a:prstGeom>
          <a:solidFill>
            <a:srgbClr val="EAF7EF"/>
          </a:solidFill>
          <a:ln w="17780">
            <a:solidFill>
              <a:srgbClr val="0B7A3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729216" y="2432304"/>
            <a:ext cx="384048" cy="384048"/>
          </a:xfrm>
          <a:prstGeom prst="ellipse">
            <a:avLst/>
          </a:prstGeom>
          <a:solidFill>
            <a:srgbClr val="1F5FD1"/>
          </a:solidFill>
          <a:ln w="12700">
            <a:solidFill>
              <a:srgbClr val="1F5FD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441448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Σ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1764792" y="2807208"/>
            <a:ext cx="173736" cy="0"/>
          </a:xfrm>
          <a:prstGeom prst="line">
            <a:avLst/>
          </a:prstGeom>
          <a:noFill/>
          <a:ln w="2921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456432" y="2807208"/>
            <a:ext cx="173736" cy="0"/>
          </a:xfrm>
          <a:prstGeom prst="line">
            <a:avLst/>
          </a:prstGeom>
          <a:noFill/>
          <a:ln w="2921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48072" y="2807208"/>
            <a:ext cx="173736" cy="0"/>
          </a:xfrm>
          <a:prstGeom prst="line">
            <a:avLst/>
          </a:prstGeom>
          <a:noFill/>
          <a:ln w="29210">
            <a:solidFill>
              <a:srgbClr val="C51414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839712" y="2807208"/>
            <a:ext cx="512064" cy="0"/>
          </a:xfrm>
          <a:prstGeom prst="line">
            <a:avLst/>
          </a:prstGeom>
          <a:noFill/>
          <a:ln w="29210">
            <a:solidFill>
              <a:srgbClr val="0B7A3B"/>
            </a:solidFill>
            <a:prstDash val="solid"/>
            <a:headEnd type="none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869680" y="2807208"/>
            <a:ext cx="274320" cy="0"/>
          </a:xfrm>
          <a:prstGeom prst="line">
            <a:avLst/>
          </a:prstGeom>
          <a:noFill/>
          <a:ln w="2921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04688" y="2761488"/>
            <a:ext cx="1207008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41264" y="2788920"/>
            <a:ext cx="1133856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元数据查表</a:t>
            </a:r>
            <a:endParaRPr lang="en-US" sz="970" dirty="0"/>
          </a:p>
        </p:txBody>
      </p:sp>
      <p:sp>
        <p:nvSpPr>
          <p:cNvPr id="35" name="Shape 33"/>
          <p:cNvSpPr/>
          <p:nvPr/>
        </p:nvSpPr>
        <p:spPr>
          <a:xfrm>
            <a:off x="5504688" y="3218688"/>
            <a:ext cx="1207008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41264" y="3246120"/>
            <a:ext cx="1133856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描述符生成</a:t>
            </a:r>
            <a:endParaRPr lang="en-US" sz="970" dirty="0"/>
          </a:p>
        </p:txBody>
      </p:sp>
      <p:sp>
        <p:nvSpPr>
          <p:cNvPr id="37" name="Shape 35"/>
          <p:cNvSpPr/>
          <p:nvPr/>
        </p:nvSpPr>
        <p:spPr>
          <a:xfrm>
            <a:off x="5504688" y="3675888"/>
            <a:ext cx="1207008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41264" y="3703320"/>
            <a:ext cx="1133856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Completion轮询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1078992" y="5138928"/>
            <a:ext cx="9985248" cy="658368"/>
          </a:xfrm>
          <a:prstGeom prst="roundRect">
            <a:avLst>
              <a:gd name="adj" fmla="val 13889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17320" y="5266944"/>
            <a:ext cx="384048" cy="384048"/>
          </a:xfrm>
          <a:prstGeom prst="ellipse">
            <a:avLst/>
          </a:prstGeom>
          <a:solidFill>
            <a:srgbClr val="1F5FD1"/>
          </a:solidFill>
          <a:ln w="12700">
            <a:solidFill>
              <a:srgbClr val="1F5FD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417320" y="5276088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901952" y="5266944"/>
            <a:ext cx="795528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小随机IO越多，NPU控制开销越高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100M IOPS：逐请求协议栈不可持续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30352" y="1115568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41832" y="1161288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推理调度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377440" y="1572768"/>
            <a:ext cx="0" cy="164592"/>
          </a:xfrm>
          <a:prstGeom prst="line">
            <a:avLst/>
          </a:prstGeom>
          <a:noFill/>
          <a:ln w="13970">
            <a:solidFill>
              <a:srgbClr val="5C667A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30352" y="1773936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819656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文件/对象/块语义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377440" y="2231136"/>
            <a:ext cx="0" cy="164592"/>
          </a:xfrm>
          <a:prstGeom prst="line">
            <a:avLst/>
          </a:prstGeom>
          <a:noFill/>
          <a:ln w="13970">
            <a:solidFill>
              <a:srgbClr val="5C667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0352" y="2432304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478024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NVMe/网络协议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377440" y="2889504"/>
            <a:ext cx="0" cy="164592"/>
          </a:xfrm>
          <a:prstGeom prst="line">
            <a:avLst/>
          </a:prstGeom>
          <a:noFill/>
          <a:ln w="13970">
            <a:solidFill>
              <a:srgbClr val="5C667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0352" y="3090672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UB/RoCE/TCP传输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377440" y="3547872"/>
            <a:ext cx="0" cy="164592"/>
          </a:xfrm>
          <a:prstGeom prst="line">
            <a:avLst/>
          </a:prstGeom>
          <a:noFill/>
          <a:ln w="13970">
            <a:solidFill>
              <a:srgbClr val="5C667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30352" y="3749040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7EF"/>
          </a:solidFill>
          <a:ln w="17780">
            <a:solidFill>
              <a:srgbClr val="0B7A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3794760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SSD控制器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377440" y="4206240"/>
            <a:ext cx="0" cy="164592"/>
          </a:xfrm>
          <a:prstGeom prst="line">
            <a:avLst/>
          </a:prstGeom>
          <a:noFill/>
          <a:ln w="13970">
            <a:solidFill>
              <a:srgbClr val="5C667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30352" y="4407408"/>
            <a:ext cx="3703320" cy="438912"/>
          </a:xfrm>
          <a:prstGeom prst="roundRect">
            <a:avLst>
              <a:gd name="adj" fmla="val 16667"/>
            </a:avLst>
          </a:prstGeom>
          <a:solidFill>
            <a:srgbClr val="EAF7EF"/>
          </a:solidFill>
          <a:ln w="17780">
            <a:solidFill>
              <a:srgbClr val="0B7A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453128"/>
            <a:ext cx="29260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介质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892040" y="1572768"/>
            <a:ext cx="2057400" cy="2057400"/>
          </a:xfrm>
          <a:prstGeom prst="ellipse">
            <a:avLst/>
          </a:prstGeom>
          <a:solidFill>
            <a:srgbClr val="FFFFFF"/>
          </a:solidFill>
          <a:ln w="27940">
            <a:solidFill>
              <a:srgbClr val="1F5F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75504" y="1901952"/>
            <a:ext cx="1481328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5F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100M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1F5F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IOPS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349240" y="2862072"/>
            <a:ext cx="114300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5F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10ns / I/O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24528" y="1335024"/>
            <a:ext cx="603504" cy="1261872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224528" y="1993392"/>
            <a:ext cx="603504" cy="603504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224528" y="2651760"/>
            <a:ext cx="603504" cy="-54864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224528" y="3310128"/>
            <a:ext cx="603504" cy="-713232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224528" y="3968496"/>
            <a:ext cx="603504" cy="-1371600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224528" y="4626864"/>
            <a:ext cx="603504" cy="-2029968"/>
          </a:xfrm>
          <a:prstGeom prst="line">
            <a:avLst/>
          </a:prstGeom>
          <a:noFill/>
          <a:ln w="1397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818120" y="1508760"/>
            <a:ext cx="3063240" cy="621792"/>
          </a:xfrm>
          <a:prstGeom prst="roundRect">
            <a:avLst>
              <a:gd name="adj" fmla="val 1176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74152" y="1627632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74152" y="1636776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567928" y="1636776"/>
            <a:ext cx="199339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发起瓶颈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922008" y="2596896"/>
            <a:ext cx="822960" cy="-777240"/>
          </a:xfrm>
          <a:prstGeom prst="line">
            <a:avLst/>
          </a:prstGeom>
          <a:noFill/>
          <a:ln w="1524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818120" y="2487168"/>
            <a:ext cx="3063240" cy="621792"/>
          </a:xfrm>
          <a:prstGeom prst="roundRect">
            <a:avLst>
              <a:gd name="adj" fmla="val 1176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74152" y="2606040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74152" y="2615184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567928" y="2615184"/>
            <a:ext cx="199339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链路瓶颈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922008" y="2596896"/>
            <a:ext cx="822960" cy="201168"/>
          </a:xfrm>
          <a:prstGeom prst="line">
            <a:avLst/>
          </a:prstGeom>
          <a:noFill/>
          <a:ln w="1524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18120" y="3465576"/>
            <a:ext cx="3063240" cy="621792"/>
          </a:xfrm>
          <a:prstGeom prst="roundRect">
            <a:avLst>
              <a:gd name="adj" fmla="val 1176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74152" y="3584448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074152" y="3593592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8567928" y="3593592"/>
            <a:ext cx="1993392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Completion瓶颈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922008" y="2596896"/>
            <a:ext cx="822960" cy="1179576"/>
          </a:xfrm>
          <a:prstGeom prst="line">
            <a:avLst/>
          </a:prstGeom>
          <a:noFill/>
          <a:ln w="1524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78992" y="5650992"/>
            <a:ext cx="9985248" cy="566928"/>
          </a:xfrm>
          <a:prstGeom prst="roundRect">
            <a:avLst>
              <a:gd name="adj" fmla="val 16129"/>
            </a:avLst>
          </a:prstGeom>
          <a:solidFill>
            <a:srgbClr val="1F5FD1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74520" y="5769864"/>
            <a:ext cx="818388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必须批处理、旁路、硬件队列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2860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现有问题：多协议生态压到NPU侧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85800" y="1005840"/>
            <a:ext cx="22860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访问语义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617720" y="1005840"/>
            <a:ext cx="233172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NPU适配层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32520" y="1005840"/>
            <a:ext cx="19659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现有问题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49808" y="1627632"/>
            <a:ext cx="2212848" cy="749808"/>
          </a:xfrm>
          <a:prstGeom prst="roundRect">
            <a:avLst>
              <a:gd name="adj" fmla="val 12195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810512"/>
            <a:ext cx="384048" cy="384048"/>
          </a:xfrm>
          <a:prstGeom prst="folderCorner">
            <a:avLst/>
          </a:prstGeom>
          <a:solidFill>
            <a:srgbClr val="1F5FD1"/>
          </a:solidFill>
          <a:ln w="12700">
            <a:solidFill>
              <a:srgbClr val="1F5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91056" y="1792224"/>
            <a:ext cx="9601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文件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9808" y="2670048"/>
            <a:ext cx="2212848" cy="749808"/>
          </a:xfrm>
          <a:prstGeom prst="roundRect">
            <a:avLst>
              <a:gd name="adj" fmla="val 12195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852928"/>
            <a:ext cx="384048" cy="384048"/>
          </a:xfrm>
          <a:prstGeom prst="cube">
            <a:avLst/>
          </a:prstGeom>
          <a:solidFill>
            <a:srgbClr val="1F5FD1"/>
          </a:solidFill>
          <a:ln w="12700">
            <a:solidFill>
              <a:srgbClr val="1F5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91056" y="2834640"/>
            <a:ext cx="9601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对象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3712464"/>
            <a:ext cx="2212848" cy="749808"/>
          </a:xfrm>
          <a:prstGeom prst="roundRect">
            <a:avLst>
              <a:gd name="adj" fmla="val 12195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895344"/>
            <a:ext cx="384048" cy="384048"/>
          </a:xfrm>
          <a:prstGeom prst="rect">
            <a:avLst/>
          </a:prstGeom>
          <a:solidFill>
            <a:srgbClr val="1F5FD1"/>
          </a:solidFill>
          <a:ln w="12700">
            <a:solidFill>
              <a:srgbClr val="1F5FD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33856" y="3895344"/>
            <a:ext cx="0" cy="384048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023360"/>
            <a:ext cx="384048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61872" y="3895344"/>
            <a:ext cx="0" cy="384048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4151376"/>
            <a:ext cx="384048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91056" y="3877056"/>
            <a:ext cx="96012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块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187952" y="1444752"/>
            <a:ext cx="3246120" cy="3337560"/>
          </a:xfrm>
          <a:prstGeom prst="roundRect">
            <a:avLst>
              <a:gd name="adj" fmla="val 3380"/>
            </a:avLst>
          </a:prstGeom>
          <a:solidFill>
            <a:srgbClr val="FFF0F0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1700784"/>
            <a:ext cx="22860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NPU适配层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4526280" y="23317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27448" y="2560320"/>
            <a:ext cx="685800" cy="0"/>
          </a:xfrm>
          <a:prstGeom prst="line">
            <a:avLst/>
          </a:prstGeom>
          <a:noFill/>
          <a:ln w="27940">
            <a:solidFill>
              <a:srgbClr val="C5141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55464" y="2468880"/>
            <a:ext cx="0" cy="201168"/>
          </a:xfrm>
          <a:prstGeom prst="line">
            <a:avLst/>
          </a:prstGeom>
          <a:noFill/>
          <a:ln w="17780">
            <a:solidFill>
              <a:srgbClr val="C5141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93208" y="2468880"/>
            <a:ext cx="0" cy="201168"/>
          </a:xfrm>
          <a:prstGeom prst="line">
            <a:avLst/>
          </a:prstGeom>
          <a:noFill/>
          <a:ln w="17780">
            <a:solidFill>
              <a:srgbClr val="C5141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30952" y="2468880"/>
            <a:ext cx="0" cy="201168"/>
          </a:xfrm>
          <a:prstGeom prst="line">
            <a:avLst/>
          </a:prstGeom>
          <a:noFill/>
          <a:ln w="17780">
            <a:solidFill>
              <a:srgbClr val="C5141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0" y="2724912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UB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5870448" y="2331720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63056" y="2514600"/>
            <a:ext cx="118872" cy="118872"/>
          </a:xfrm>
          <a:prstGeom prst="ellipse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0" y="2514600"/>
            <a:ext cx="118872" cy="118872"/>
          </a:xfrm>
          <a:prstGeom prst="ellipse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73368" y="2715768"/>
            <a:ext cx="118872" cy="118872"/>
          </a:xfrm>
          <a:prstGeom prst="ellipse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227064" y="2560320"/>
            <a:ext cx="402336" cy="0"/>
          </a:xfrm>
          <a:prstGeom prst="line">
            <a:avLst/>
          </a:prstGeom>
          <a:noFill/>
          <a:ln w="12700">
            <a:solidFill>
              <a:srgbClr val="C5141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7064" y="2560320"/>
            <a:ext cx="201168" cy="182880"/>
          </a:xfrm>
          <a:prstGeom prst="line">
            <a:avLst/>
          </a:prstGeom>
          <a:noFill/>
          <a:ln w="12700">
            <a:solidFill>
              <a:srgbClr val="C5141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544" y="2560320"/>
            <a:ext cx="-201168" cy="182880"/>
          </a:xfrm>
          <a:prstGeom prst="line">
            <a:avLst/>
          </a:prstGeom>
          <a:noFill/>
          <a:ln w="12700">
            <a:solidFill>
              <a:srgbClr val="C5141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61888" y="2724912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RoCE</a:t>
            </a:r>
            <a:endParaRPr lang="en-US" sz="1450" dirty="0"/>
          </a:p>
        </p:txBody>
      </p:sp>
      <p:sp>
        <p:nvSpPr>
          <p:cNvPr id="35" name="Shape 33"/>
          <p:cNvSpPr/>
          <p:nvPr/>
        </p:nvSpPr>
        <p:spPr>
          <a:xfrm>
            <a:off x="4526280" y="3273552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18888" y="3410712"/>
            <a:ext cx="530352" cy="73152"/>
          </a:xfrm>
          <a:prstGeom prst="rect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18888" y="3502152"/>
            <a:ext cx="530352" cy="73152"/>
          </a:xfrm>
          <a:prstGeom prst="rect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18888" y="3593592"/>
            <a:ext cx="530352" cy="73152"/>
          </a:xfrm>
          <a:prstGeom prst="rect">
            <a:avLst/>
          </a:prstGeom>
          <a:solidFill>
            <a:srgbClr val="C51414"/>
          </a:solidFill>
          <a:ln w="12700">
            <a:solidFill>
              <a:srgbClr val="C5141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17720" y="3666744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TCP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5870448" y="3273552"/>
            <a:ext cx="10972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7780">
            <a:solidFill>
              <a:srgbClr val="C5141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54496" y="3383280"/>
            <a:ext cx="347472" cy="310896"/>
          </a:xfrm>
          <a:prstGeom prst="can">
            <a:avLst/>
          </a:prstGeom>
          <a:solidFill>
            <a:srgbClr val="FFF0F0"/>
          </a:solidFill>
          <a:ln w="15240">
            <a:solidFill>
              <a:srgbClr val="C5141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61888" y="3666744"/>
            <a:ext cx="914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NVMe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4599432" y="4343400"/>
            <a:ext cx="2423160" cy="21945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语义转换 + 协议适配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8394192" y="1627632"/>
            <a:ext cx="2578608" cy="749808"/>
          </a:xfrm>
          <a:prstGeom prst="roundRect">
            <a:avLst>
              <a:gd name="adj" fmla="val 1219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650224" y="1810512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650224" y="1819656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198864" y="1801368"/>
            <a:ext cx="1417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接口割裂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8394192" y="2670048"/>
            <a:ext cx="2578608" cy="749808"/>
          </a:xfrm>
          <a:prstGeom prst="roundRect">
            <a:avLst>
              <a:gd name="adj" fmla="val 1219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650224" y="2852928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50224" y="2862072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198864" y="2843784"/>
            <a:ext cx="1417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驱动绑定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8394192" y="3712464"/>
            <a:ext cx="2578608" cy="749808"/>
          </a:xfrm>
          <a:prstGeom prst="roundRect">
            <a:avLst>
              <a:gd name="adj" fmla="val 12195"/>
            </a:avLst>
          </a:prstGeom>
          <a:solidFill>
            <a:srgbClr val="FFF0E6"/>
          </a:solidFill>
          <a:ln w="17780">
            <a:solidFill>
              <a:srgbClr val="F26A2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650224" y="3895344"/>
            <a:ext cx="384048" cy="384048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650224" y="3904488"/>
            <a:ext cx="384048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!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9198864" y="3886200"/>
            <a:ext cx="1417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6A2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调试困难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3099816" y="2002536"/>
            <a:ext cx="905256" cy="1088136"/>
          </a:xfrm>
          <a:prstGeom prst="line">
            <a:avLst/>
          </a:prstGeom>
          <a:noFill/>
          <a:ln w="2413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3099816" y="3044952"/>
            <a:ext cx="905256" cy="45720"/>
          </a:xfrm>
          <a:prstGeom prst="line">
            <a:avLst/>
          </a:prstGeom>
          <a:noFill/>
          <a:ln w="2413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3099816" y="4087368"/>
            <a:ext cx="905256" cy="-996696"/>
          </a:xfrm>
          <a:prstGeom prst="line">
            <a:avLst/>
          </a:prstGeom>
          <a:noFill/>
          <a:ln w="24130">
            <a:solidFill>
              <a:srgbClr val="1F5FD1"/>
            </a:solidFill>
            <a:prstDash val="solid"/>
            <a:headEnd type="none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7571232" y="3090672"/>
            <a:ext cx="685800" cy="-1088136"/>
          </a:xfrm>
          <a:prstGeom prst="line">
            <a:avLst/>
          </a:prstGeom>
          <a:noFill/>
          <a:ln w="2413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7571232" y="3090672"/>
            <a:ext cx="685800" cy="-45720"/>
          </a:xfrm>
          <a:prstGeom prst="line">
            <a:avLst/>
          </a:prstGeom>
          <a:noFill/>
          <a:ln w="2413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7571232" y="3090672"/>
            <a:ext cx="685800" cy="996696"/>
          </a:xfrm>
          <a:prstGeom prst="line">
            <a:avLst/>
          </a:prstGeom>
          <a:noFill/>
          <a:ln w="24130">
            <a:solidFill>
              <a:srgbClr val="F26A21"/>
            </a:solidFill>
            <a:prstDash val="solid"/>
            <a:headEnd type="none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1078992" y="5504688"/>
            <a:ext cx="9985248" cy="621792"/>
          </a:xfrm>
          <a:prstGeom prst="roundRect">
            <a:avLst>
              <a:gd name="adj" fmla="val 14706"/>
            </a:avLst>
          </a:prstGeom>
          <a:solidFill>
            <a:srgbClr val="EAF2FF"/>
          </a:solidFill>
          <a:ln w="17780">
            <a:solidFill>
              <a:srgbClr val="1F5FD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600200" y="5650992"/>
            <a:ext cx="891540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0824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多语义、多协议进入NPU热路径，兼容成本上升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DSA稀疏推理SSD KVCache访问问题</dc:title>
  <dc:subject>DSA sparse inference SSD KVCache</dc:subject>
  <dc:creator>Codex</dc:creator>
  <cp:lastModifiedBy>Codex</cp:lastModifiedBy>
  <cp:revision>1</cp:revision>
  <dcterms:created xsi:type="dcterms:W3CDTF">2026-05-31T13:53:02Z</dcterms:created>
  <dcterms:modified xsi:type="dcterms:W3CDTF">2026-05-31T13:53:02Z</dcterms:modified>
</cp:coreProperties>
</file>