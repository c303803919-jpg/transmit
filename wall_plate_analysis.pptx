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000" b="0" i="0" u="none" strike="noStrike">
                <a:solidFill>
                  <a:srgbClr val="475569"/>
                </a:solidFill>
                <a:latin typeface="Arial"/>
              </a:rPr>
              <a:t>1-Gang Screwless 面板最低单价比较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单片均价 (CAD)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Amazon.ca</c:v>
                  </c:pt>
                  <c:pt idx="1">
                    <c:v>Costco*</c:v>
                  </c:pt>
                  <c:pt idx="2">
                    <c:v>RONA</c:v>
                  </c:pt>
                  <c:pt idx="3">
                    <c:v>Home Depot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1.43</c:v>
                </c:pt>
                <c:pt idx="1">
                  <c:v>1.33</c:v>
                </c:pt>
                <c:pt idx="2">
                  <c:v>2.65</c:v>
                </c:pt>
                <c:pt idx="3">
                  <c:v>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900" b="0" i="0" u="none" strike="noStrike">
                <a:solidFill>
                  <a:srgbClr val="475569"/>
                </a:solidFill>
                <a:latin typeface="Arial"/>
              </a:rPr>
              <a:t>渠道SKU占比(估算)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渠道份额(估)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1D4ED8"/>
              </a:solidFill>
              <a:effectLst/>
            </c:spPr>
          </c:dPt>
          <c:dPt>
            <c:idx val="3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Home Depot</c:v>
                </c:pt>
                <c:pt idx="1">
                  <c:v>Amazon.ca</c:v>
                </c:pt>
                <c:pt idx="2">
                  <c:v>RONA</c:v>
                </c:pt>
                <c:pt idx="3">
                  <c:v>Costco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5</c:v>
                </c:pt>
                <c:pt idx="4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0"/>
            <a:ext cx="2743200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加拿大 Wall Plate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市场竞品分析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Rona · The Home Depot · Amazon.ca · Costco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数据采集日期: 2026年4月  |  覆盖加拿大主流零售渠道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研究概览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19202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零售平台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06040" y="1097280"/>
            <a:ext cx="19202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260604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6060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主要品牌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097280"/>
            <a:ext cx="192024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$0.65-$7+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5488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单片价格区间 (CAD)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0" y="10972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903720" y="1097280"/>
            <a:ext cx="1920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690372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9037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颜色/材质选项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研究范围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产品类别: 电气装饰面板 (Decorator / Toggle / Duplex / Blank Wall Plates)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材质覆盖: 聚碳酸酯 (Polycarbonate), 热塑塑料, 尼龙, 不锈钢, 金属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规格覆盖: 1-Gang 至 6-Gang, Standard / Midsize / Oversize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安装方式: 螺丝式 (Screw-on) 与 无螺丝式 (Screwless)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四大零售渠道概览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73152" cy="8686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399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加拿大本土建材零售商 (Lowe's旗下)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834640" y="1124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主要品牌: Eaton, Legrand, Cooper, VALU+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83464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特点: 加拿大制造(Well Made Here)认证, 免费送货$49+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0" y="1097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85800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SKU数量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039112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039112"/>
            <a:ext cx="73152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Depot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5800" y="2386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北美最大家居建材零售连锁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834640" y="2112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主要品牌: Leviton, Eaton, Lutron, Schneider, Atron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34640" y="2450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特点: 最大SKU选择, 636+ Leviton产品, 专业/商用级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0" y="2084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1400+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858000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SKU数量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026664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026664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0723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5800" y="3374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加拿大最大电商平台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834640" y="30998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主要品牌: BESTTEN, ENERLITES, ELEGRP, Leviton, TG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834640" y="34381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特点: 批量折扣(10-30 Pack), 次日送达, 用户评价丰富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58000" y="30723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3000+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858000" y="3529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SKU数量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" y="4014216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" y="4014216"/>
            <a:ext cx="73152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" y="4059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Costco Canada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85800" y="4361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仓储式会员制零售商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834640" y="4087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主要品牌: Xtricity, Feit Electric, PRIME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834640" y="44256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特点: 捆绑销售(30 Pack含面板), 性价比极高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858000" y="40599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6858000" y="45171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SKU数量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价格对比分析 (CAD)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产品类型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Depot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Amazon.ca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1-Gang Screwless (单片)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$2.65 - $3.65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$3.50 - $5.99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$1.43 - $1.70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~$1.33*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1-Gang Standard (单片)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$1.80 - $2.50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$1.50 - $3.49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$0.65 - $1.25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含在开关中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1-Gang 不锈钢 (单片)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$4.87 - $8.99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$5.49 - $12.99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$3.74 - $6.47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不销售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10-Pack Screwless (批量)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不常见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$15 - $22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$12.49 - $19.99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30-Pack 开关+面板套装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不销售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不销售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不常见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Costco Xtricity 30-Pack含面板套装, 单片面板折合约$1.33/片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3931920"/>
          <a:ext cx="822960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主要品牌对比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1188720"/>
                <a:gridCol w="731520"/>
                <a:gridCol w="1371600"/>
                <a:gridCol w="64008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品牌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材质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主要渠道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亮点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Leviton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美国/加拿大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热塑/聚碳酸酯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中高端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Depot, Amazon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最大市场份额, Decora系列标杆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Eaton/Cooper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加拿大制造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聚碳酸酯/不锈钢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RONA, Home Depot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加拿大制造认证, RONA主推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聚碳酸酯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经济型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Amazon.ca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4.5-4.7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Amazon畅销第一, 批量性价比高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美国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高级聚合物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Depot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Claro系列, 智能家居配套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Xtricity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加拿大品牌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热塑塑料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入门级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Costco独家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开关+面板捆绑30片装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中高端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RONA, Home Depot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adorne设计师系列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943600" y="3657600"/>
          <a:ext cx="27432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渠道特征与能力对比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对比维度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Depot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Amazon.ca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产品丰富度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价格竞争力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品牌档次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批量购买优惠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颜色/款式选择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配送速度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用户评价数量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专业/商用选项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产品趋势与市场洞察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无螺丝设计成为主流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600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Screwless面板已成为Amazon和Home Depot最畅销类型, BESTTEN和Leviton引领该趋势。消费者偏好现代简洁外观, 批量10-30片装需求增长显著。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051560"/>
            <a:ext cx="39319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聚碳酸酯材质主导市场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1600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超过70%产品采用不可破碎的聚碳酸酯(Polycarbonate)材质, 兼具耐热、耐冲击、阻燃特性。不锈钢和金属面板占据高端细分市场。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97180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97180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批量包装与性价比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3520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Amazon和Costco主打批量销售策略。Amazon上10-Pack是标准单位, Costco以30-Pack开关含面板套装切入市场, 单价可低至$1.33/片。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297180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2971800"/>
            <a:ext cx="39319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颜色多样化趋势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46320" y="3520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Depot提供20+颜色选项包括黑色、灰色、古铜色等。消费者从纯白色向哑光黑、灰色等现代色系转变, 个性化装修需求增长。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各渠道优劣势总结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51560"/>
            <a:ext cx="2011680" cy="4114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078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加拿大制造认证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本土品牌忠诚度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实体店覆盖广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劣势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4747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SKU相对有限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线上体验一般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批量价格优势弱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14600" y="105156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14600" y="1051560"/>
            <a:ext cx="201168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2514600" y="1078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Depot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5176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651760" y="18745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产品最丰富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高端品牌齐全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专业级选项多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65176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劣势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651760" y="34747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价格偏高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批量折扣少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非面板专注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09160" y="105156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9160" y="1051560"/>
            <a:ext cx="20116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4709160" y="1078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4632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46320" y="18745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最低价格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最多用户评价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批量包装丰富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4632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劣势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46320" y="34747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品牌多为白牌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质量参差不齐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无实体体验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903720" y="105156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903720" y="1051560"/>
            <a:ext cx="20116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5"/>
          <p:cNvSpPr/>
          <p:nvPr/>
        </p:nvSpPr>
        <p:spPr>
          <a:xfrm>
            <a:off x="6903720" y="1078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Costco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4088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040880" y="18745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超值套装价格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会员信赖度高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退货政策好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04088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劣势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040880" y="34747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SKU极少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仅1-2品牌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无单独面板销售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结论与建议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价格策略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490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Amazon.ca和Costco以批量低价主导价值型消费者市场。新进入者应考虑10-Pack或更大包装规格, 单价控制在$1.50以内才有竞争力。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371600" y="2130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产品设计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24505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无螺丝(Screwless)设计已成为市场主流趋势, 建议优先开发该品类。聚碳酸酯材质是基本要求, 哑光色系(黑色/灰色)需求增长迅速。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371600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渠道选择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34107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Amazon.ca是切入加拿大市场的最佳线上渠道, 进入门槛低且消费者接受新品牌。Home Depot适合建立品牌形象, 但准入要求更高。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371600" y="4050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差异化机会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71600" y="43708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市场存在机会: 智能家居配套面板、环保材料面板、快速安装创新设计。Costco渠道竞争少, 可考虑会员专属套装合作。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数据来源: rona.ca, homedepot.ca, amazon.ca, costco.ca  |  2026年4月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加拿大Wall Plate市场竞品分析</dc:title>
  <dc:subject>PptxGenJS Presentation</dc:subject>
  <dc:creator>Market Research</dc:creator>
  <cp:lastModifiedBy>Market Research</cp:lastModifiedBy>
  <cp:revision>1</cp:revision>
  <dcterms:created xsi:type="dcterms:W3CDTF">2026-04-03T10:26:26Z</dcterms:created>
  <dcterms:modified xsi:type="dcterms:W3CDTF">2026-04-03T10:26:26Z</dcterms:modified>
</cp:coreProperties>
</file>